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C3A81-3D74-429D-942F-4CB863D5B8A5}" type="datetimeFigureOut">
              <a:rPr lang="en-US" smtClean="0"/>
              <a:t>13-Jul-25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67D7E-CD45-4C2D-806B-628D465985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702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C3A81-3D74-429D-942F-4CB863D5B8A5}" type="datetimeFigureOut">
              <a:rPr lang="en-US" smtClean="0"/>
              <a:t>13-Jul-25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67D7E-CD45-4C2D-806B-628D465985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686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C3A81-3D74-429D-942F-4CB863D5B8A5}" type="datetimeFigureOut">
              <a:rPr lang="en-US" smtClean="0"/>
              <a:t>13-Jul-25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67D7E-CD45-4C2D-806B-628D465985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488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C3A81-3D74-429D-942F-4CB863D5B8A5}" type="datetimeFigureOut">
              <a:rPr lang="en-US" smtClean="0"/>
              <a:t>13-Jul-25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67D7E-CD45-4C2D-806B-628D465985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778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C3A81-3D74-429D-942F-4CB863D5B8A5}" type="datetimeFigureOut">
              <a:rPr lang="en-US" smtClean="0"/>
              <a:t>13-Jul-25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67D7E-CD45-4C2D-806B-628D465985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551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C3A81-3D74-429D-942F-4CB863D5B8A5}" type="datetimeFigureOut">
              <a:rPr lang="en-US" smtClean="0"/>
              <a:t>13-Jul-25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67D7E-CD45-4C2D-806B-628D465985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16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C3A81-3D74-429D-942F-4CB863D5B8A5}" type="datetimeFigureOut">
              <a:rPr lang="en-US" smtClean="0"/>
              <a:t>13-Jul-25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67D7E-CD45-4C2D-806B-628D465985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633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C3A81-3D74-429D-942F-4CB863D5B8A5}" type="datetimeFigureOut">
              <a:rPr lang="en-US" smtClean="0"/>
              <a:t>13-Jul-25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67D7E-CD45-4C2D-806B-628D465985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267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C3A81-3D74-429D-942F-4CB863D5B8A5}" type="datetimeFigureOut">
              <a:rPr lang="en-US" smtClean="0"/>
              <a:t>13-Jul-25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67D7E-CD45-4C2D-806B-628D465985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3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C3A81-3D74-429D-942F-4CB863D5B8A5}" type="datetimeFigureOut">
              <a:rPr lang="en-US" smtClean="0"/>
              <a:t>13-Jul-25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67D7E-CD45-4C2D-806B-628D465985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403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C3A81-3D74-429D-942F-4CB863D5B8A5}" type="datetimeFigureOut">
              <a:rPr lang="en-US" smtClean="0"/>
              <a:t>13-Jul-25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67D7E-CD45-4C2D-806B-628D465985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445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DC3A81-3D74-429D-942F-4CB863D5B8A5}" type="datetimeFigureOut">
              <a:rPr lang="en-US" smtClean="0"/>
              <a:t>13-Jul-25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67D7E-CD45-4C2D-806B-628D465985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278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27613" y="539930"/>
            <a:ext cx="2177143" cy="74893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KLIJENT 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35730" y="548638"/>
            <a:ext cx="2177143" cy="74893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SERVER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274628" y="592183"/>
            <a:ext cx="2177143" cy="74893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KLIJENT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2107473" y="1297575"/>
            <a:ext cx="1" cy="4911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10363195" y="1341120"/>
            <a:ext cx="1" cy="4911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endCxn id="91" idx="0"/>
          </p:cNvCxnSpPr>
          <p:nvPr/>
        </p:nvCxnSpPr>
        <p:spPr>
          <a:xfrm>
            <a:off x="6124304" y="1288867"/>
            <a:ext cx="4359" cy="53339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628501" y="1336762"/>
            <a:ext cx="957943" cy="296091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ODABIR PROTOKOLA</a:t>
            </a:r>
            <a:endParaRPr lang="en-US" sz="900" dirty="0"/>
          </a:p>
        </p:txBody>
      </p:sp>
      <p:sp>
        <p:nvSpPr>
          <p:cNvPr id="17" name="Rounded Rectangle 16"/>
          <p:cNvSpPr/>
          <p:nvPr/>
        </p:nvSpPr>
        <p:spPr>
          <a:xfrm>
            <a:off x="5647511" y="6176314"/>
            <a:ext cx="957943" cy="296091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r-Latn-RS" sz="900" dirty="0" smtClean="0"/>
              <a:t>ISPIS STATISTIKE</a:t>
            </a:r>
            <a:endParaRPr lang="en-US" sz="900" dirty="0"/>
          </a:p>
        </p:txBody>
      </p:sp>
      <p:sp>
        <p:nvSpPr>
          <p:cNvPr id="19" name="Rounded Rectangle 18"/>
          <p:cNvSpPr/>
          <p:nvPr/>
        </p:nvSpPr>
        <p:spPr>
          <a:xfrm>
            <a:off x="9884223" y="1382452"/>
            <a:ext cx="957943" cy="296091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ODABIR PROTOKOLA</a:t>
            </a:r>
            <a:endParaRPr lang="en-US" sz="900" dirty="0"/>
          </a:p>
        </p:txBody>
      </p:sp>
      <p:cxnSp>
        <p:nvCxnSpPr>
          <p:cNvPr id="21" name="Straight Arrow Connector 20"/>
          <p:cNvCxnSpPr>
            <a:stCxn id="30" idx="3"/>
          </p:cNvCxnSpPr>
          <p:nvPr/>
        </p:nvCxnSpPr>
        <p:spPr>
          <a:xfrm>
            <a:off x="2595155" y="1867986"/>
            <a:ext cx="2981587" cy="422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36" idx="1"/>
          </p:cNvCxnSpPr>
          <p:nvPr/>
        </p:nvCxnSpPr>
        <p:spPr>
          <a:xfrm flipH="1">
            <a:off x="6663142" y="1907175"/>
            <a:ext cx="3221081" cy="383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637212" y="1719940"/>
            <a:ext cx="957943" cy="296091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OTVARANJE UTI</a:t>
            </a:r>
            <a:r>
              <a:rPr lang="sr-Latn-RS" sz="900" dirty="0" smtClean="0"/>
              <a:t>ČNICE</a:t>
            </a:r>
            <a:endParaRPr lang="en-US" sz="900" dirty="0"/>
          </a:p>
        </p:txBody>
      </p:sp>
      <p:cxnSp>
        <p:nvCxnSpPr>
          <p:cNvPr id="34" name="Elbow Connector 33"/>
          <p:cNvCxnSpPr>
            <a:stCxn id="11" idx="1"/>
            <a:endCxn id="30" idx="1"/>
          </p:cNvCxnSpPr>
          <p:nvPr/>
        </p:nvCxnSpPr>
        <p:spPr>
          <a:xfrm rot="10800000" flipH="1" flipV="1">
            <a:off x="1628500" y="1484808"/>
            <a:ext cx="8711" cy="383178"/>
          </a:xfrm>
          <a:prstGeom prst="bentConnector3">
            <a:avLst>
              <a:gd name="adj1" fmla="val -2624268"/>
            </a:avLst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884223" y="1759129"/>
            <a:ext cx="957943" cy="296091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OTVARANJE UTI</a:t>
            </a:r>
            <a:r>
              <a:rPr lang="sr-Latn-RS" sz="900" dirty="0" smtClean="0"/>
              <a:t>ČNICE</a:t>
            </a:r>
            <a:endParaRPr lang="en-US" sz="900" dirty="0"/>
          </a:p>
        </p:txBody>
      </p:sp>
      <p:cxnSp>
        <p:nvCxnSpPr>
          <p:cNvPr id="41" name="Elbow Connector 40"/>
          <p:cNvCxnSpPr>
            <a:stCxn id="19" idx="3"/>
            <a:endCxn id="36" idx="3"/>
          </p:cNvCxnSpPr>
          <p:nvPr/>
        </p:nvCxnSpPr>
        <p:spPr>
          <a:xfrm>
            <a:off x="10842166" y="1530498"/>
            <a:ext cx="12700" cy="376677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093744" y="1560981"/>
            <a:ext cx="3609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900" dirty="0" smtClean="0"/>
              <a:t>TCP</a:t>
            </a:r>
            <a:endParaRPr lang="en-US" sz="900" dirty="0"/>
          </a:p>
        </p:txBody>
      </p:sp>
      <p:sp>
        <p:nvSpPr>
          <p:cNvPr id="44" name="TextBox 43"/>
          <p:cNvSpPr txBox="1"/>
          <p:nvPr/>
        </p:nvSpPr>
        <p:spPr>
          <a:xfrm>
            <a:off x="11025457" y="1603420"/>
            <a:ext cx="3609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900" dirty="0" smtClean="0"/>
              <a:t>TCP</a:t>
            </a:r>
            <a:endParaRPr lang="en-US" sz="900" dirty="0"/>
          </a:p>
        </p:txBody>
      </p:sp>
      <p:sp>
        <p:nvSpPr>
          <p:cNvPr id="46" name="TextBox 45"/>
          <p:cNvSpPr txBox="1"/>
          <p:nvPr/>
        </p:nvSpPr>
        <p:spPr>
          <a:xfrm rot="535623">
            <a:off x="3464023" y="1888696"/>
            <a:ext cx="126669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900" dirty="0" smtClean="0"/>
              <a:t>USPOSTAVLJANJE VEZE</a:t>
            </a:r>
            <a:endParaRPr lang="en-US" sz="900" dirty="0"/>
          </a:p>
        </p:txBody>
      </p:sp>
      <p:sp>
        <p:nvSpPr>
          <p:cNvPr id="49" name="TextBox 48"/>
          <p:cNvSpPr txBox="1"/>
          <p:nvPr/>
        </p:nvSpPr>
        <p:spPr>
          <a:xfrm rot="21188535">
            <a:off x="7716775" y="1888697"/>
            <a:ext cx="126669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900" dirty="0" smtClean="0"/>
              <a:t>USPOSTAVLJANJE VEZE</a:t>
            </a:r>
            <a:endParaRPr lang="en-US" sz="900" dirty="0"/>
          </a:p>
        </p:txBody>
      </p:sp>
      <p:sp>
        <p:nvSpPr>
          <p:cNvPr id="55" name="Rounded Rectangle 54"/>
          <p:cNvSpPr/>
          <p:nvPr/>
        </p:nvSpPr>
        <p:spPr>
          <a:xfrm>
            <a:off x="5576742" y="2216411"/>
            <a:ext cx="1086400" cy="3893606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900" dirty="0" smtClean="0">
                <a:solidFill>
                  <a:schemeClr val="tx1"/>
                </a:solidFill>
              </a:rPr>
              <a:t>OSLUSKIVANJE</a:t>
            </a:r>
          </a:p>
          <a:p>
            <a:pPr algn="ctr"/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1637212" y="2690942"/>
            <a:ext cx="957943" cy="522521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r-Latn-RS" sz="900" dirty="0" smtClean="0"/>
              <a:t>ODABIR ALGORITMA ZA KRIPTOVANJE</a:t>
            </a:r>
            <a:endParaRPr lang="en-US" sz="900" dirty="0"/>
          </a:p>
        </p:txBody>
      </p:sp>
      <p:sp>
        <p:nvSpPr>
          <p:cNvPr id="57" name="Rounded Rectangle 56"/>
          <p:cNvSpPr/>
          <p:nvPr/>
        </p:nvSpPr>
        <p:spPr>
          <a:xfrm>
            <a:off x="9896923" y="2956552"/>
            <a:ext cx="957943" cy="522521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r-Latn-RS" sz="900" dirty="0" smtClean="0"/>
              <a:t>ODABIR ALGORITMA ZA KRIPTOVANJE</a:t>
            </a:r>
            <a:endParaRPr lang="en-US" sz="900" dirty="0"/>
          </a:p>
        </p:txBody>
      </p:sp>
      <p:sp>
        <p:nvSpPr>
          <p:cNvPr id="58" name="Rounded Rectangle 57"/>
          <p:cNvSpPr/>
          <p:nvPr/>
        </p:nvSpPr>
        <p:spPr>
          <a:xfrm>
            <a:off x="1637211" y="3365858"/>
            <a:ext cx="957943" cy="413662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r-Latn-RS" sz="900" dirty="0" smtClean="0"/>
              <a:t>HESIRANJE NAZIVA ALGORITMA</a:t>
            </a:r>
            <a:endParaRPr lang="en-US" sz="900" dirty="0"/>
          </a:p>
        </p:txBody>
      </p:sp>
      <p:sp>
        <p:nvSpPr>
          <p:cNvPr id="59" name="Rounded Rectangle 58"/>
          <p:cNvSpPr/>
          <p:nvPr/>
        </p:nvSpPr>
        <p:spPr>
          <a:xfrm>
            <a:off x="9914338" y="3590106"/>
            <a:ext cx="957943" cy="413662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r-Latn-RS" sz="900" dirty="0" smtClean="0"/>
              <a:t>HESIRANJE NAZIVA ALGORITMA</a:t>
            </a:r>
            <a:endParaRPr lang="en-US" sz="900" dirty="0"/>
          </a:p>
        </p:txBody>
      </p:sp>
      <p:cxnSp>
        <p:nvCxnSpPr>
          <p:cNvPr id="61" name="Elbow Connector 60"/>
          <p:cNvCxnSpPr>
            <a:stCxn id="56" idx="1"/>
            <a:endCxn id="58" idx="1"/>
          </p:cNvCxnSpPr>
          <p:nvPr/>
        </p:nvCxnSpPr>
        <p:spPr>
          <a:xfrm rot="10800000" flipV="1">
            <a:off x="1637212" y="2952203"/>
            <a:ext cx="1" cy="620486"/>
          </a:xfrm>
          <a:prstGeom prst="bentConnector3">
            <a:avLst>
              <a:gd name="adj1" fmla="val 22860100000"/>
            </a:avLst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6" name="Elbow Connector 65"/>
          <p:cNvCxnSpPr>
            <a:stCxn id="57" idx="3"/>
            <a:endCxn id="59" idx="3"/>
          </p:cNvCxnSpPr>
          <p:nvPr/>
        </p:nvCxnSpPr>
        <p:spPr>
          <a:xfrm>
            <a:off x="10854866" y="3217813"/>
            <a:ext cx="17415" cy="579124"/>
          </a:xfrm>
          <a:prstGeom prst="bentConnector3">
            <a:avLst>
              <a:gd name="adj1" fmla="val 1412661"/>
            </a:avLst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1041244" y="3135026"/>
            <a:ext cx="43584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900" dirty="0" smtClean="0"/>
              <a:t>SHA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128615" y="3391959"/>
            <a:ext cx="43584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/>
              <a:t>DES</a:t>
            </a:r>
            <a:endParaRPr lang="sr-Latn-RS" sz="900" dirty="0" smtClean="0"/>
          </a:p>
        </p:txBody>
      </p:sp>
      <p:sp>
        <p:nvSpPr>
          <p:cNvPr id="71" name="Rounded Rectangle 70"/>
          <p:cNvSpPr/>
          <p:nvPr/>
        </p:nvSpPr>
        <p:spPr>
          <a:xfrm>
            <a:off x="1637211" y="4132216"/>
            <a:ext cx="957943" cy="296091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r-Latn-RS" sz="900" dirty="0" smtClean="0"/>
              <a:t>UNOS PORUKE</a:t>
            </a:r>
            <a:endParaRPr lang="en-US" sz="900" dirty="0"/>
          </a:p>
        </p:txBody>
      </p:sp>
      <p:sp>
        <p:nvSpPr>
          <p:cNvPr id="73" name="Rounded Rectangle 72"/>
          <p:cNvSpPr/>
          <p:nvPr/>
        </p:nvSpPr>
        <p:spPr>
          <a:xfrm>
            <a:off x="9843742" y="4996526"/>
            <a:ext cx="957943" cy="296091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r-Latn-RS" sz="900" dirty="0" smtClean="0"/>
              <a:t>UNOS PORUKE</a:t>
            </a:r>
            <a:endParaRPr lang="en-US" sz="900" dirty="0"/>
          </a:p>
        </p:txBody>
      </p:sp>
      <p:cxnSp>
        <p:nvCxnSpPr>
          <p:cNvPr id="75" name="Straight Arrow Connector 74"/>
          <p:cNvCxnSpPr>
            <a:stCxn id="71" idx="3"/>
          </p:cNvCxnSpPr>
          <p:nvPr/>
        </p:nvCxnSpPr>
        <p:spPr>
          <a:xfrm>
            <a:off x="2595154" y="4280262"/>
            <a:ext cx="3524788" cy="291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 rot="284200">
            <a:off x="3751529" y="4205150"/>
            <a:ext cx="51969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900" dirty="0" smtClean="0"/>
              <a:t>SLANJE</a:t>
            </a:r>
            <a:endParaRPr lang="en-US" sz="900" dirty="0"/>
          </a:p>
        </p:txBody>
      </p:sp>
      <p:cxnSp>
        <p:nvCxnSpPr>
          <p:cNvPr id="78" name="Straight Arrow Connector 77"/>
          <p:cNvCxnSpPr/>
          <p:nvPr/>
        </p:nvCxnSpPr>
        <p:spPr>
          <a:xfrm flipH="1">
            <a:off x="2107472" y="4720046"/>
            <a:ext cx="4012470" cy="1132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3671142" y="4581959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900" dirty="0" smtClean="0"/>
              <a:t>ODGOVOR</a:t>
            </a:r>
            <a:endParaRPr lang="en-US" sz="900" dirty="0"/>
          </a:p>
        </p:txBody>
      </p:sp>
      <p:sp>
        <p:nvSpPr>
          <p:cNvPr id="80" name="Rounded Rectangle 79"/>
          <p:cNvSpPr/>
          <p:nvPr/>
        </p:nvSpPr>
        <p:spPr>
          <a:xfrm>
            <a:off x="1628501" y="4946468"/>
            <a:ext cx="957943" cy="296091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r-Latn-RS" sz="900" dirty="0" smtClean="0"/>
              <a:t>UNOS PORUKE</a:t>
            </a:r>
            <a:endParaRPr lang="en-US" sz="900" dirty="0"/>
          </a:p>
        </p:txBody>
      </p:sp>
      <p:cxnSp>
        <p:nvCxnSpPr>
          <p:cNvPr id="81" name="Straight Arrow Connector 80"/>
          <p:cNvCxnSpPr/>
          <p:nvPr/>
        </p:nvCxnSpPr>
        <p:spPr>
          <a:xfrm>
            <a:off x="2599513" y="5081446"/>
            <a:ext cx="3524788" cy="291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 rot="284200">
            <a:off x="3745939" y="5001278"/>
            <a:ext cx="51969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900" dirty="0" smtClean="0"/>
              <a:t>SLANJE</a:t>
            </a:r>
            <a:endParaRPr lang="en-US" sz="900" dirty="0"/>
          </a:p>
        </p:txBody>
      </p:sp>
      <p:cxnSp>
        <p:nvCxnSpPr>
          <p:cNvPr id="84" name="Straight Arrow Connector 83"/>
          <p:cNvCxnSpPr/>
          <p:nvPr/>
        </p:nvCxnSpPr>
        <p:spPr>
          <a:xfrm flipH="1">
            <a:off x="2079713" y="5499401"/>
            <a:ext cx="4012470" cy="1132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3633738" y="5359000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900" dirty="0" smtClean="0"/>
              <a:t>ODGOVOR</a:t>
            </a:r>
            <a:endParaRPr lang="en-US" sz="900" dirty="0"/>
          </a:p>
        </p:txBody>
      </p:sp>
      <p:sp>
        <p:nvSpPr>
          <p:cNvPr id="86" name="Rounded Rectangle 85"/>
          <p:cNvSpPr/>
          <p:nvPr/>
        </p:nvSpPr>
        <p:spPr>
          <a:xfrm>
            <a:off x="1637211" y="5692088"/>
            <a:ext cx="957943" cy="296091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r-Latn-RS" sz="900" dirty="0" smtClean="0"/>
              <a:t>UNOS PORUKE</a:t>
            </a:r>
          </a:p>
          <a:p>
            <a:pPr algn="ctr"/>
            <a:r>
              <a:rPr lang="sr-Latn-RS" sz="900" dirty="0" smtClean="0"/>
              <a:t>KRAJ</a:t>
            </a:r>
            <a:endParaRPr lang="en-US" sz="900" dirty="0"/>
          </a:p>
        </p:txBody>
      </p:sp>
      <p:cxnSp>
        <p:nvCxnSpPr>
          <p:cNvPr id="87" name="Straight Arrow Connector 86"/>
          <p:cNvCxnSpPr/>
          <p:nvPr/>
        </p:nvCxnSpPr>
        <p:spPr>
          <a:xfrm>
            <a:off x="2603875" y="5818280"/>
            <a:ext cx="3524788" cy="291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 rot="284200">
            <a:off x="3698582" y="5767214"/>
            <a:ext cx="51969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900" dirty="0" smtClean="0"/>
              <a:t>SLANJE</a:t>
            </a:r>
            <a:endParaRPr lang="en-US" sz="900" dirty="0"/>
          </a:p>
        </p:txBody>
      </p:sp>
      <p:sp>
        <p:nvSpPr>
          <p:cNvPr id="89" name="TextBox 88"/>
          <p:cNvSpPr txBox="1"/>
          <p:nvPr/>
        </p:nvSpPr>
        <p:spPr>
          <a:xfrm>
            <a:off x="1606266" y="6226566"/>
            <a:ext cx="10198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900" dirty="0" smtClean="0"/>
              <a:t>ZAVRŠETAK RADA</a:t>
            </a:r>
            <a:endParaRPr lang="en-US" sz="900" dirty="0"/>
          </a:p>
        </p:txBody>
      </p:sp>
      <p:sp>
        <p:nvSpPr>
          <p:cNvPr id="90" name="TextBox 89"/>
          <p:cNvSpPr txBox="1"/>
          <p:nvPr/>
        </p:nvSpPr>
        <p:spPr>
          <a:xfrm>
            <a:off x="9843742" y="6226566"/>
            <a:ext cx="10198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900" dirty="0" smtClean="0"/>
              <a:t>ZAVRŠETAK RADA</a:t>
            </a:r>
            <a:endParaRPr lang="en-US" sz="900" dirty="0"/>
          </a:p>
        </p:txBody>
      </p:sp>
      <p:sp>
        <p:nvSpPr>
          <p:cNvPr id="91" name="TextBox 90"/>
          <p:cNvSpPr txBox="1"/>
          <p:nvPr/>
        </p:nvSpPr>
        <p:spPr>
          <a:xfrm>
            <a:off x="5618747" y="6622808"/>
            <a:ext cx="10198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900" dirty="0" smtClean="0"/>
              <a:t>ZAVRŠETAK RADA</a:t>
            </a:r>
            <a:endParaRPr lang="en-US" sz="900" dirty="0"/>
          </a:p>
        </p:txBody>
      </p:sp>
      <p:cxnSp>
        <p:nvCxnSpPr>
          <p:cNvPr id="93" name="Straight Arrow Connector 92"/>
          <p:cNvCxnSpPr>
            <a:stCxn id="73" idx="1"/>
          </p:cNvCxnSpPr>
          <p:nvPr/>
        </p:nvCxnSpPr>
        <p:spPr>
          <a:xfrm flipH="1">
            <a:off x="6088183" y="5144572"/>
            <a:ext cx="3755559" cy="459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 rot="21043473">
            <a:off x="8035402" y="5137758"/>
            <a:ext cx="51969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900" dirty="0" smtClean="0"/>
              <a:t>SLANJE</a:t>
            </a:r>
            <a:endParaRPr lang="en-US" sz="900" dirty="0"/>
          </a:p>
        </p:txBody>
      </p:sp>
      <p:cxnSp>
        <p:nvCxnSpPr>
          <p:cNvPr id="96" name="Straight Arrow Connector 95"/>
          <p:cNvCxnSpPr/>
          <p:nvPr/>
        </p:nvCxnSpPr>
        <p:spPr>
          <a:xfrm>
            <a:off x="6128663" y="5670346"/>
            <a:ext cx="4224994" cy="231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8041419" y="5474416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900" dirty="0" smtClean="0"/>
              <a:t>ODGOVOR</a:t>
            </a:r>
            <a:endParaRPr lang="en-US" sz="900" dirty="0"/>
          </a:p>
        </p:txBody>
      </p:sp>
      <p:sp>
        <p:nvSpPr>
          <p:cNvPr id="99" name="Rounded Rectangle 98"/>
          <p:cNvSpPr/>
          <p:nvPr/>
        </p:nvSpPr>
        <p:spPr>
          <a:xfrm>
            <a:off x="9874685" y="5795049"/>
            <a:ext cx="957943" cy="296091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r-Latn-RS" sz="900" dirty="0" smtClean="0"/>
              <a:t>UNOS PORUKE</a:t>
            </a:r>
          </a:p>
          <a:p>
            <a:pPr algn="ctr"/>
            <a:r>
              <a:rPr lang="sr-Latn-RS" sz="900" dirty="0" smtClean="0"/>
              <a:t>KRAJ</a:t>
            </a:r>
            <a:endParaRPr lang="en-US" sz="900" dirty="0"/>
          </a:p>
        </p:txBody>
      </p:sp>
      <p:cxnSp>
        <p:nvCxnSpPr>
          <p:cNvPr id="100" name="Straight Arrow Connector 99"/>
          <p:cNvCxnSpPr>
            <a:stCxn id="99" idx="1"/>
          </p:cNvCxnSpPr>
          <p:nvPr/>
        </p:nvCxnSpPr>
        <p:spPr>
          <a:xfrm flipH="1">
            <a:off x="6088183" y="5943095"/>
            <a:ext cx="3786502" cy="5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8050608" y="5750704"/>
            <a:ext cx="51969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900" dirty="0" smtClean="0"/>
              <a:t>SLANJE</a:t>
            </a:r>
            <a:endParaRPr lang="en-US" sz="900" dirty="0"/>
          </a:p>
        </p:txBody>
      </p:sp>
      <p:sp>
        <p:nvSpPr>
          <p:cNvPr id="105" name="Rounded Rectangle 104"/>
          <p:cNvSpPr/>
          <p:nvPr/>
        </p:nvSpPr>
        <p:spPr>
          <a:xfrm>
            <a:off x="5647511" y="1454329"/>
            <a:ext cx="957943" cy="296091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OTVARANJE UTI</a:t>
            </a:r>
            <a:r>
              <a:rPr lang="sr-Latn-RS" sz="900" dirty="0" smtClean="0"/>
              <a:t>ČNICE</a:t>
            </a:r>
            <a:endParaRPr lang="en-US" sz="900" dirty="0"/>
          </a:p>
        </p:txBody>
      </p:sp>
      <p:cxnSp>
        <p:nvCxnSpPr>
          <p:cNvPr id="107" name="Straight Arrow Connector 106"/>
          <p:cNvCxnSpPr/>
          <p:nvPr/>
        </p:nvCxnSpPr>
        <p:spPr>
          <a:xfrm>
            <a:off x="2603875" y="3556369"/>
            <a:ext cx="3524788" cy="291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 rot="284200">
            <a:off x="3046066" y="3486524"/>
            <a:ext cx="171232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900" dirty="0" smtClean="0"/>
              <a:t>SLANJE HEŠIRANOG ALGORITMA</a:t>
            </a:r>
            <a:endParaRPr lang="en-US" sz="900" dirty="0"/>
          </a:p>
        </p:txBody>
      </p:sp>
      <p:cxnSp>
        <p:nvCxnSpPr>
          <p:cNvPr id="109" name="Straight Arrow Connector 108"/>
          <p:cNvCxnSpPr/>
          <p:nvPr/>
        </p:nvCxnSpPr>
        <p:spPr>
          <a:xfrm flipH="1">
            <a:off x="6107958" y="3807290"/>
            <a:ext cx="3755559" cy="459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 rot="21222218">
            <a:off x="7408206" y="3798066"/>
            <a:ext cx="171232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900" dirty="0" smtClean="0"/>
              <a:t>SLANJE HEŠIRANOG ALGORITMA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918923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27613" y="539930"/>
            <a:ext cx="2177143" cy="74893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KLIJENT 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35730" y="548638"/>
            <a:ext cx="2177143" cy="74893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SERVER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274628" y="592183"/>
            <a:ext cx="2177143" cy="74893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KLIJENT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2107473" y="1297575"/>
            <a:ext cx="1" cy="4911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H="1">
            <a:off x="10363195" y="1341120"/>
            <a:ext cx="1" cy="4911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6124304" y="1288867"/>
            <a:ext cx="4359" cy="53339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628501" y="1336762"/>
            <a:ext cx="957943" cy="296091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ODABIR PROTOKOLA</a:t>
            </a:r>
            <a:endParaRPr lang="en-US" sz="900" dirty="0"/>
          </a:p>
        </p:txBody>
      </p:sp>
      <p:sp>
        <p:nvSpPr>
          <p:cNvPr id="9" name="Rounded Rectangle 8"/>
          <p:cNvSpPr/>
          <p:nvPr/>
        </p:nvSpPr>
        <p:spPr>
          <a:xfrm>
            <a:off x="5647511" y="6176314"/>
            <a:ext cx="957943" cy="296091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r-Latn-RS" sz="900" dirty="0" smtClean="0"/>
              <a:t>ISPIS STATISTIKE</a:t>
            </a:r>
            <a:endParaRPr lang="en-US" sz="900" dirty="0"/>
          </a:p>
        </p:txBody>
      </p:sp>
      <p:sp>
        <p:nvSpPr>
          <p:cNvPr id="10" name="Rounded Rectangle 9"/>
          <p:cNvSpPr/>
          <p:nvPr/>
        </p:nvSpPr>
        <p:spPr>
          <a:xfrm>
            <a:off x="9884223" y="1382452"/>
            <a:ext cx="957943" cy="296091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ODABIR PROTOKOLA</a:t>
            </a:r>
            <a:endParaRPr lang="en-US" sz="900" dirty="0"/>
          </a:p>
        </p:txBody>
      </p:sp>
      <p:sp>
        <p:nvSpPr>
          <p:cNvPr id="13" name="Rounded Rectangle 12"/>
          <p:cNvSpPr/>
          <p:nvPr/>
        </p:nvSpPr>
        <p:spPr>
          <a:xfrm>
            <a:off x="1637212" y="1719940"/>
            <a:ext cx="957943" cy="296091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OTVARANJE UTI</a:t>
            </a:r>
            <a:r>
              <a:rPr lang="sr-Latn-RS" sz="900" dirty="0" smtClean="0"/>
              <a:t>ČNICE</a:t>
            </a:r>
            <a:endParaRPr lang="en-US" sz="900" dirty="0"/>
          </a:p>
        </p:txBody>
      </p:sp>
      <p:cxnSp>
        <p:nvCxnSpPr>
          <p:cNvPr id="14" name="Elbow Connector 13"/>
          <p:cNvCxnSpPr>
            <a:stCxn id="8" idx="1"/>
            <a:endCxn id="13" idx="1"/>
          </p:cNvCxnSpPr>
          <p:nvPr/>
        </p:nvCxnSpPr>
        <p:spPr>
          <a:xfrm rot="10800000" flipH="1" flipV="1">
            <a:off x="1628500" y="1484808"/>
            <a:ext cx="8711" cy="383178"/>
          </a:xfrm>
          <a:prstGeom prst="bentConnector3">
            <a:avLst>
              <a:gd name="adj1" fmla="val -2624268"/>
            </a:avLst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884223" y="1759129"/>
            <a:ext cx="957943" cy="296091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OTVARANJE UTI</a:t>
            </a:r>
            <a:r>
              <a:rPr lang="sr-Latn-RS" sz="900" dirty="0" smtClean="0"/>
              <a:t>ČNICE</a:t>
            </a:r>
            <a:endParaRPr lang="en-US" sz="900" dirty="0"/>
          </a:p>
        </p:txBody>
      </p:sp>
      <p:cxnSp>
        <p:nvCxnSpPr>
          <p:cNvPr id="16" name="Elbow Connector 15"/>
          <p:cNvCxnSpPr>
            <a:stCxn id="10" idx="3"/>
            <a:endCxn id="15" idx="3"/>
          </p:cNvCxnSpPr>
          <p:nvPr/>
        </p:nvCxnSpPr>
        <p:spPr>
          <a:xfrm>
            <a:off x="10842166" y="1530498"/>
            <a:ext cx="12700" cy="376677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93744" y="1560981"/>
            <a:ext cx="3882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900" dirty="0" smtClean="0"/>
              <a:t>UDP</a:t>
            </a:r>
            <a:endParaRPr lang="en-US" sz="900" dirty="0"/>
          </a:p>
        </p:txBody>
      </p:sp>
      <p:sp>
        <p:nvSpPr>
          <p:cNvPr id="18" name="TextBox 17"/>
          <p:cNvSpPr txBox="1"/>
          <p:nvPr/>
        </p:nvSpPr>
        <p:spPr>
          <a:xfrm>
            <a:off x="11025457" y="1603420"/>
            <a:ext cx="3882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900" dirty="0" smtClean="0"/>
              <a:t>UDP</a:t>
            </a:r>
            <a:endParaRPr lang="en-US" sz="900" dirty="0"/>
          </a:p>
        </p:txBody>
      </p:sp>
      <p:sp>
        <p:nvSpPr>
          <p:cNvPr id="22" name="Rounded Rectangle 21"/>
          <p:cNvSpPr/>
          <p:nvPr/>
        </p:nvSpPr>
        <p:spPr>
          <a:xfrm>
            <a:off x="1637212" y="2690942"/>
            <a:ext cx="957943" cy="522521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r-Latn-RS" sz="900" dirty="0" smtClean="0"/>
              <a:t>ODABIR ALGORITMA ZA KRIPTOVANJE</a:t>
            </a:r>
            <a:endParaRPr lang="en-US" sz="900" dirty="0"/>
          </a:p>
        </p:txBody>
      </p:sp>
      <p:sp>
        <p:nvSpPr>
          <p:cNvPr id="23" name="Rounded Rectangle 22"/>
          <p:cNvSpPr/>
          <p:nvPr/>
        </p:nvSpPr>
        <p:spPr>
          <a:xfrm>
            <a:off x="9896923" y="2956552"/>
            <a:ext cx="957943" cy="522521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r-Latn-RS" sz="900" dirty="0" smtClean="0"/>
              <a:t>ODABIR ALGORITMA ZA KRIPTOVANJE</a:t>
            </a:r>
            <a:endParaRPr lang="en-US" sz="900" dirty="0"/>
          </a:p>
        </p:txBody>
      </p:sp>
      <p:sp>
        <p:nvSpPr>
          <p:cNvPr id="24" name="Rounded Rectangle 23"/>
          <p:cNvSpPr/>
          <p:nvPr/>
        </p:nvSpPr>
        <p:spPr>
          <a:xfrm>
            <a:off x="1637211" y="3365858"/>
            <a:ext cx="957943" cy="413662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r-Latn-RS" sz="900" dirty="0" smtClean="0"/>
              <a:t>HESIRANJE NAZIVA ALGORITMA</a:t>
            </a:r>
            <a:endParaRPr lang="en-US" sz="900" dirty="0"/>
          </a:p>
        </p:txBody>
      </p:sp>
      <p:sp>
        <p:nvSpPr>
          <p:cNvPr id="25" name="Rounded Rectangle 24"/>
          <p:cNvSpPr/>
          <p:nvPr/>
        </p:nvSpPr>
        <p:spPr>
          <a:xfrm>
            <a:off x="9914338" y="3590106"/>
            <a:ext cx="957943" cy="413662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r-Latn-RS" sz="900" dirty="0" smtClean="0"/>
              <a:t>HESIRANJE NAZIVA ALGORITMA</a:t>
            </a:r>
            <a:endParaRPr lang="en-US" sz="900" dirty="0"/>
          </a:p>
        </p:txBody>
      </p:sp>
      <p:cxnSp>
        <p:nvCxnSpPr>
          <p:cNvPr id="26" name="Elbow Connector 25"/>
          <p:cNvCxnSpPr>
            <a:stCxn id="22" idx="1"/>
            <a:endCxn id="24" idx="1"/>
          </p:cNvCxnSpPr>
          <p:nvPr/>
        </p:nvCxnSpPr>
        <p:spPr>
          <a:xfrm rot="10800000" flipV="1">
            <a:off x="1637212" y="2952203"/>
            <a:ext cx="1" cy="620486"/>
          </a:xfrm>
          <a:prstGeom prst="bentConnector3">
            <a:avLst>
              <a:gd name="adj1" fmla="val 22860100000"/>
            </a:avLst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7" name="Elbow Connector 26"/>
          <p:cNvCxnSpPr>
            <a:stCxn id="23" idx="3"/>
            <a:endCxn id="25" idx="3"/>
          </p:cNvCxnSpPr>
          <p:nvPr/>
        </p:nvCxnSpPr>
        <p:spPr>
          <a:xfrm>
            <a:off x="10854866" y="3217813"/>
            <a:ext cx="17415" cy="579124"/>
          </a:xfrm>
          <a:prstGeom prst="bentConnector3">
            <a:avLst>
              <a:gd name="adj1" fmla="val 1412661"/>
            </a:avLst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41244" y="3135026"/>
            <a:ext cx="43584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900" dirty="0" smtClean="0"/>
              <a:t>SHA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28615" y="3391959"/>
            <a:ext cx="43584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/>
              <a:t>DES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37211" y="4132216"/>
            <a:ext cx="957943" cy="296091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r-Latn-RS" sz="900" dirty="0" smtClean="0"/>
              <a:t>UNOS PORUKE</a:t>
            </a:r>
            <a:endParaRPr lang="en-US" sz="900" dirty="0"/>
          </a:p>
        </p:txBody>
      </p:sp>
      <p:sp>
        <p:nvSpPr>
          <p:cNvPr id="31" name="Rounded Rectangle 30"/>
          <p:cNvSpPr/>
          <p:nvPr/>
        </p:nvSpPr>
        <p:spPr>
          <a:xfrm>
            <a:off x="9843742" y="4996526"/>
            <a:ext cx="957943" cy="296091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r-Latn-RS" sz="900" dirty="0" smtClean="0"/>
              <a:t>UNOS PORUKE</a:t>
            </a:r>
            <a:endParaRPr lang="en-US" sz="900" dirty="0"/>
          </a:p>
        </p:txBody>
      </p:sp>
      <p:cxnSp>
        <p:nvCxnSpPr>
          <p:cNvPr id="32" name="Straight Arrow Connector 31"/>
          <p:cNvCxnSpPr>
            <a:stCxn id="30" idx="3"/>
          </p:cNvCxnSpPr>
          <p:nvPr/>
        </p:nvCxnSpPr>
        <p:spPr>
          <a:xfrm>
            <a:off x="2595154" y="4280262"/>
            <a:ext cx="3524788" cy="291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 rot="284200">
            <a:off x="3751529" y="4205150"/>
            <a:ext cx="51969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900" dirty="0" smtClean="0"/>
              <a:t>SLANJE</a:t>
            </a:r>
            <a:endParaRPr lang="en-US" sz="900" dirty="0"/>
          </a:p>
        </p:txBody>
      </p:sp>
      <p:cxnSp>
        <p:nvCxnSpPr>
          <p:cNvPr id="34" name="Straight Arrow Connector 33"/>
          <p:cNvCxnSpPr/>
          <p:nvPr/>
        </p:nvCxnSpPr>
        <p:spPr>
          <a:xfrm flipH="1">
            <a:off x="2107472" y="4720046"/>
            <a:ext cx="4012470" cy="1132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671142" y="4581959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900" dirty="0" smtClean="0"/>
              <a:t>ODGOVOR</a:t>
            </a:r>
            <a:endParaRPr lang="en-US" sz="900" dirty="0"/>
          </a:p>
        </p:txBody>
      </p:sp>
      <p:sp>
        <p:nvSpPr>
          <p:cNvPr id="36" name="Rounded Rectangle 35"/>
          <p:cNvSpPr/>
          <p:nvPr/>
        </p:nvSpPr>
        <p:spPr>
          <a:xfrm>
            <a:off x="1628501" y="4946468"/>
            <a:ext cx="957943" cy="296091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r-Latn-RS" sz="900" dirty="0" smtClean="0"/>
              <a:t>UNOS PORUKE</a:t>
            </a:r>
            <a:endParaRPr lang="en-US" sz="900" dirty="0"/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2599513" y="5081446"/>
            <a:ext cx="3524788" cy="291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 rot="284200">
            <a:off x="3745939" y="5001278"/>
            <a:ext cx="51969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900" dirty="0" smtClean="0"/>
              <a:t>SLANJE</a:t>
            </a:r>
            <a:endParaRPr lang="en-US" sz="900" dirty="0"/>
          </a:p>
        </p:txBody>
      </p:sp>
      <p:cxnSp>
        <p:nvCxnSpPr>
          <p:cNvPr id="39" name="Straight Arrow Connector 38"/>
          <p:cNvCxnSpPr/>
          <p:nvPr/>
        </p:nvCxnSpPr>
        <p:spPr>
          <a:xfrm flipH="1">
            <a:off x="2079713" y="5499401"/>
            <a:ext cx="4012470" cy="1132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633738" y="5359000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900" dirty="0" smtClean="0"/>
              <a:t>ODGOVOR</a:t>
            </a:r>
            <a:endParaRPr lang="en-US" sz="900" dirty="0"/>
          </a:p>
        </p:txBody>
      </p:sp>
      <p:sp>
        <p:nvSpPr>
          <p:cNvPr id="41" name="Rounded Rectangle 40"/>
          <p:cNvSpPr/>
          <p:nvPr/>
        </p:nvSpPr>
        <p:spPr>
          <a:xfrm>
            <a:off x="1637211" y="5692088"/>
            <a:ext cx="957943" cy="296091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r-Latn-RS" sz="900" dirty="0" smtClean="0"/>
              <a:t>UNOS PORUKE</a:t>
            </a:r>
          </a:p>
          <a:p>
            <a:pPr algn="ctr"/>
            <a:r>
              <a:rPr lang="sr-Latn-RS" sz="900" dirty="0" smtClean="0"/>
              <a:t>KRAJ</a:t>
            </a:r>
            <a:endParaRPr lang="en-US" sz="900" dirty="0"/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2603875" y="5818280"/>
            <a:ext cx="3524788" cy="291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 rot="284200">
            <a:off x="3698582" y="5767214"/>
            <a:ext cx="51969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900" dirty="0" smtClean="0"/>
              <a:t>SLANJE</a:t>
            </a:r>
            <a:endParaRPr lang="en-US" sz="900" dirty="0"/>
          </a:p>
        </p:txBody>
      </p:sp>
      <p:sp>
        <p:nvSpPr>
          <p:cNvPr id="44" name="TextBox 43"/>
          <p:cNvSpPr txBox="1"/>
          <p:nvPr/>
        </p:nvSpPr>
        <p:spPr>
          <a:xfrm>
            <a:off x="1606266" y="6226566"/>
            <a:ext cx="10198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900" dirty="0" smtClean="0"/>
              <a:t>ZAVRŠETAK RADA</a:t>
            </a:r>
            <a:endParaRPr lang="en-US" sz="900" dirty="0"/>
          </a:p>
        </p:txBody>
      </p:sp>
      <p:sp>
        <p:nvSpPr>
          <p:cNvPr id="45" name="TextBox 44"/>
          <p:cNvSpPr txBox="1"/>
          <p:nvPr/>
        </p:nvSpPr>
        <p:spPr>
          <a:xfrm>
            <a:off x="9843742" y="6226566"/>
            <a:ext cx="10198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900" dirty="0" smtClean="0"/>
              <a:t>ZAVRŠETAK RADA</a:t>
            </a:r>
            <a:endParaRPr lang="en-US" sz="900" dirty="0"/>
          </a:p>
        </p:txBody>
      </p:sp>
      <p:cxnSp>
        <p:nvCxnSpPr>
          <p:cNvPr id="46" name="Straight Arrow Connector 45"/>
          <p:cNvCxnSpPr>
            <a:stCxn id="31" idx="1"/>
          </p:cNvCxnSpPr>
          <p:nvPr/>
        </p:nvCxnSpPr>
        <p:spPr>
          <a:xfrm flipH="1">
            <a:off x="6088183" y="5144572"/>
            <a:ext cx="3755559" cy="459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 rot="21043473">
            <a:off x="8035402" y="5137758"/>
            <a:ext cx="51969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900" dirty="0" smtClean="0"/>
              <a:t>SLANJE</a:t>
            </a:r>
            <a:endParaRPr lang="en-US" sz="900" dirty="0"/>
          </a:p>
        </p:txBody>
      </p:sp>
      <p:cxnSp>
        <p:nvCxnSpPr>
          <p:cNvPr id="48" name="Straight Arrow Connector 47"/>
          <p:cNvCxnSpPr/>
          <p:nvPr/>
        </p:nvCxnSpPr>
        <p:spPr>
          <a:xfrm>
            <a:off x="6128663" y="5670346"/>
            <a:ext cx="4224994" cy="231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041419" y="5474416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900" dirty="0" smtClean="0"/>
              <a:t>ODGOVOR</a:t>
            </a:r>
            <a:endParaRPr lang="en-US" sz="900" dirty="0"/>
          </a:p>
        </p:txBody>
      </p:sp>
      <p:sp>
        <p:nvSpPr>
          <p:cNvPr id="50" name="Rounded Rectangle 49"/>
          <p:cNvSpPr/>
          <p:nvPr/>
        </p:nvSpPr>
        <p:spPr>
          <a:xfrm>
            <a:off x="9874685" y="5795049"/>
            <a:ext cx="957943" cy="296091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r-Latn-RS" sz="900" dirty="0" smtClean="0"/>
              <a:t>UNOS PORUKE</a:t>
            </a:r>
          </a:p>
          <a:p>
            <a:pPr algn="ctr"/>
            <a:r>
              <a:rPr lang="sr-Latn-RS" sz="900" dirty="0" smtClean="0"/>
              <a:t>KRAJ</a:t>
            </a:r>
            <a:endParaRPr lang="en-US" sz="900" dirty="0"/>
          </a:p>
        </p:txBody>
      </p:sp>
      <p:cxnSp>
        <p:nvCxnSpPr>
          <p:cNvPr id="51" name="Straight Arrow Connector 50"/>
          <p:cNvCxnSpPr>
            <a:stCxn id="50" idx="1"/>
          </p:cNvCxnSpPr>
          <p:nvPr/>
        </p:nvCxnSpPr>
        <p:spPr>
          <a:xfrm flipH="1">
            <a:off x="6088183" y="5943095"/>
            <a:ext cx="3786502" cy="5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050608" y="5750704"/>
            <a:ext cx="51969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900" dirty="0" smtClean="0"/>
              <a:t>SLANJE</a:t>
            </a:r>
            <a:endParaRPr lang="en-US" sz="900" dirty="0"/>
          </a:p>
        </p:txBody>
      </p:sp>
      <p:sp>
        <p:nvSpPr>
          <p:cNvPr id="53" name="Rounded Rectangle 52"/>
          <p:cNvSpPr/>
          <p:nvPr/>
        </p:nvSpPr>
        <p:spPr>
          <a:xfrm>
            <a:off x="5647511" y="1454329"/>
            <a:ext cx="957943" cy="296091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OTVARANJE UTI</a:t>
            </a:r>
            <a:r>
              <a:rPr lang="sr-Latn-RS" sz="900" dirty="0" smtClean="0"/>
              <a:t>ČNICE</a:t>
            </a:r>
            <a:endParaRPr lang="en-US" sz="900" dirty="0"/>
          </a:p>
        </p:txBody>
      </p:sp>
      <p:sp>
        <p:nvSpPr>
          <p:cNvPr id="54" name="TextBox 53"/>
          <p:cNvSpPr txBox="1"/>
          <p:nvPr/>
        </p:nvSpPr>
        <p:spPr>
          <a:xfrm>
            <a:off x="5618747" y="6622808"/>
            <a:ext cx="10198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900" dirty="0" smtClean="0"/>
              <a:t>ZAVRŠETAK RADA</a:t>
            </a:r>
            <a:endParaRPr lang="en-US" sz="900" dirty="0"/>
          </a:p>
        </p:txBody>
      </p:sp>
      <p:cxnSp>
        <p:nvCxnSpPr>
          <p:cNvPr id="55" name="Straight Arrow Connector 54"/>
          <p:cNvCxnSpPr/>
          <p:nvPr/>
        </p:nvCxnSpPr>
        <p:spPr>
          <a:xfrm>
            <a:off x="2603875" y="3556369"/>
            <a:ext cx="3524788" cy="291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 rot="284200">
            <a:off x="3046066" y="3486524"/>
            <a:ext cx="171232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900" dirty="0" smtClean="0"/>
              <a:t>SLANJE HEŠIRANOG ALGORITMA</a:t>
            </a:r>
            <a:endParaRPr lang="en-US" sz="900" dirty="0"/>
          </a:p>
        </p:txBody>
      </p:sp>
      <p:cxnSp>
        <p:nvCxnSpPr>
          <p:cNvPr id="57" name="Straight Arrow Connector 56"/>
          <p:cNvCxnSpPr/>
          <p:nvPr/>
        </p:nvCxnSpPr>
        <p:spPr>
          <a:xfrm flipH="1">
            <a:off x="6107958" y="3807290"/>
            <a:ext cx="3755559" cy="459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 rot="21222218">
            <a:off x="7408206" y="3798066"/>
            <a:ext cx="171232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900" dirty="0" smtClean="0"/>
              <a:t>SLANJE HEŠIRANOG ALGORITMA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537758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145</Words>
  <Application>Microsoft Office PowerPoint</Application>
  <PresentationFormat>Widescreen</PresentationFormat>
  <Paragraphs>77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Iva</dc:creator>
  <cp:lastModifiedBy>Iva</cp:lastModifiedBy>
  <cp:revision>9</cp:revision>
  <dcterms:created xsi:type="dcterms:W3CDTF">2025-07-13T19:52:48Z</dcterms:created>
  <dcterms:modified xsi:type="dcterms:W3CDTF">2025-07-13T21:42:07Z</dcterms:modified>
</cp:coreProperties>
</file>